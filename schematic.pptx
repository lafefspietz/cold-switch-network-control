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8025" autoAdjust="0"/>
    <p:restoredTop sz="94660"/>
  </p:normalViewPr>
  <p:slideViewPr>
    <p:cSldViewPr snapToGrid="0">
      <p:cViewPr varScale="1">
        <p:scale>
          <a:sx n="101" d="100"/>
          <a:sy n="101" d="100"/>
        </p:scale>
        <p:origin x="114" y="66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575AE6B-4697-55C2-9B20-94B72E84E6A6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A754A5D3-2F66-3926-E619-08949916649A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9F9E694-4D12-8633-186D-FE4D5CD0D01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B725C80-27EB-49FC-94C8-6B05B07CEB17}" type="datetimeFigureOut">
              <a:rPr lang="en-US" smtClean="0"/>
              <a:t>7/24/2026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95CF080-0B81-16BD-572C-D86263C2445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89CC9B4-65C1-80C8-EEEF-8A3613736EC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482F95C-F65B-4D68-B376-B8940842E09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8670463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B7579CB-7CED-F98B-CDD3-99B0505EBFA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7A30797-445F-80BC-18E1-E131D10F959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4D3C9E6-838F-BCC3-D898-B26379AEC26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B725C80-27EB-49FC-94C8-6B05B07CEB17}" type="datetimeFigureOut">
              <a:rPr lang="en-US" smtClean="0"/>
              <a:t>7/24/2026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8D04B66-A821-56FC-F527-3F5B1392E2B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2538734-584D-8692-50B6-7285C25D716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482F95C-F65B-4D68-B376-B8940842E09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1733471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C2C7644-954B-3AEF-F121-7B6BA709EC4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849DD76-6D24-36AD-7ABF-05B4E5A30F4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E4B2AE1-7AE4-1B4C-E9DD-028E2A6A6E1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B725C80-27EB-49FC-94C8-6B05B07CEB17}" type="datetimeFigureOut">
              <a:rPr lang="en-US" smtClean="0"/>
              <a:t>7/24/2026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4EF4C18-E5FF-29F5-E074-E22EFDA7882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0DCBF2C-CC3E-30F7-1AA9-9450E7817FD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482F95C-F65B-4D68-B376-B8940842E09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3582716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9CE6029-71B0-D6B1-0708-16B1A5601A9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2CB3D68-35DF-A60A-967A-03DDD87260BE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83E5348E-C015-C29A-64D9-8AF9685A143E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7FA3DB8E-89F3-C59C-BD39-CDD33324249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B725C80-27EB-49FC-94C8-6B05B07CEB17}" type="datetimeFigureOut">
              <a:rPr lang="en-US" smtClean="0"/>
              <a:t>7/24/2026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DD92555B-1346-4233-0BA6-5E1550D9A74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EFEBE200-F6DE-2955-B622-FC904A57566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482F95C-F65B-4D68-B376-B8940842E09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6545075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0201653-4096-F3DE-FB7F-2E983033E2D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1A4B25D8-2102-9191-F6D7-F4C307CB9FE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801A5758-A426-A07F-715D-CD52FEAACD6F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4E6F0384-9051-4095-6FB1-600055538113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40A849CC-BE36-6918-4826-D7CB4F1DCDCC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9EBE8E0E-39DE-545C-382D-E9E0F190422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B725C80-27EB-49FC-94C8-6B05B07CEB17}" type="datetimeFigureOut">
              <a:rPr lang="en-US" smtClean="0"/>
              <a:t>7/24/2026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110400DC-4C18-C978-5DA8-A5568520B51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55E90AFC-38A6-77F8-682D-276DC194565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482F95C-F65B-4D68-B376-B8940842E09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7923584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2B7DBE5-E06C-8435-3B38-AF0FA8207F9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80CB08D3-0B11-B927-8005-F3F9F93061A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B725C80-27EB-49FC-94C8-6B05B07CEB17}" type="datetimeFigureOut">
              <a:rPr lang="en-US" smtClean="0"/>
              <a:t>7/24/2026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812510AB-1871-4289-421C-9EA16AFE14F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6D95B4C5-D5C2-6832-7973-EFE5C4D165A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482F95C-F65B-4D68-B376-B8940842E09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05843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779A51DD-8878-443B-D6B2-A73B5D8126A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B725C80-27EB-49FC-94C8-6B05B07CEB17}" type="datetimeFigureOut">
              <a:rPr lang="en-US" smtClean="0"/>
              <a:t>7/24/2026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3E9899D7-8CA6-F757-7440-AEDBEAFDCE1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400A9C7-7E1B-26A0-E761-07704601116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482F95C-F65B-4D68-B376-B8940842E09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1966039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C1FB13E-3389-5FF5-A995-0F043352F5C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303C675-CB62-0BDB-BFB7-63E593A3E92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4246F970-4158-9A44-7B7C-E15946801E7B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55CF89CB-348D-6632-0195-3DC711927CF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B725C80-27EB-49FC-94C8-6B05B07CEB17}" type="datetimeFigureOut">
              <a:rPr lang="en-US" smtClean="0"/>
              <a:t>7/24/2026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08B7B762-23A7-3085-2916-AD4631B28A5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CF44C972-7F5E-C695-B594-8A5BB3A1564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482F95C-F65B-4D68-B376-B8940842E09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4172679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61B3FFF-3596-FFBC-CDD7-733454CA64C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B20D0604-825A-AC64-46EB-6472E29B0206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697F375B-C724-D368-DA38-465728450F2A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4E3BF471-CF91-D2D9-2FEA-50178A739E6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B725C80-27EB-49FC-94C8-6B05B07CEB17}" type="datetimeFigureOut">
              <a:rPr lang="en-US" smtClean="0"/>
              <a:t>7/24/2026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B9C2C1A5-4CD6-4F2E-A9AE-C42EF102256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FE7289B0-B650-CA3E-72E6-0C6669A98A1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482F95C-F65B-4D68-B376-B8940842E09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6382906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8D16C5C-7F7D-9CA2-F43A-11F06EA74D7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A368191D-82E2-9BCB-D53A-B1B53A1A35D4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1ACBBB6-1698-512B-9785-89C285A3DA4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B725C80-27EB-49FC-94C8-6B05B07CEB17}" type="datetimeFigureOut">
              <a:rPr lang="en-US" smtClean="0"/>
              <a:t>7/24/2026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0F5F3A4-39A0-49CD-4BB3-791CE2AFCCB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0ECC37E-6CF8-2C08-06E2-115579AC318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482F95C-F65B-4D68-B376-B8940842E09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1806635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FB23420A-0549-6445-4F88-D894DF47324A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6820BB62-528A-4573-737C-044191C2B2FD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3541ED4-2AC4-A057-59ED-58478025151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B725C80-27EB-49FC-94C8-6B05B07CEB17}" type="datetimeFigureOut">
              <a:rPr lang="en-US" smtClean="0"/>
              <a:t>7/24/2026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A3CF700-307B-EFD3-9BD0-5AC3EF821B2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F79C6C1-2970-DA06-CE3E-3A4A8778833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482F95C-F65B-4D68-B376-B8940842E09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0643949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6E40B1C1-D872-ED23-9BDF-99C2477D5B4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757A8D91-9B61-89D5-2B06-42077FC48C3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3E1960F-9F44-3996-A2B0-94C983A6B47E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9B725C80-27EB-49FC-94C8-6B05B07CEB17}" type="datetimeFigureOut">
              <a:rPr lang="en-US" smtClean="0"/>
              <a:t>7/24/2026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D4DA4FC-0CB7-88F6-3619-2B0435B5D39F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055E3D1-3307-FC72-0920-2FD2E00D99D7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D482F95C-F65B-4D68-B376-B8940842E09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1174247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E13F9F5B-7E98-FDAE-2E95-D232D4A41AA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37730" y="2381104"/>
            <a:ext cx="8516539" cy="2095792"/>
          </a:xfrm>
          <a:prstGeom prst="rect">
            <a:avLst/>
          </a:prstGeom>
        </p:spPr>
      </p:pic>
      <p:sp>
        <p:nvSpPr>
          <p:cNvPr id="6" name="Left Brace 5">
            <a:extLst>
              <a:ext uri="{FF2B5EF4-FFF2-40B4-BE49-F238E27FC236}">
                <a16:creationId xmlns:a16="http://schemas.microsoft.com/office/drawing/2014/main" id="{B4AF609B-ADBD-A2F6-1A0E-20DFC3E0B8A3}"/>
              </a:ext>
            </a:extLst>
          </p:cNvPr>
          <p:cNvSpPr/>
          <p:nvPr/>
        </p:nvSpPr>
        <p:spPr>
          <a:xfrm rot="5400000">
            <a:off x="5838072" y="948593"/>
            <a:ext cx="320842" cy="3185863"/>
          </a:xfrm>
          <a:prstGeom prst="leftBrace">
            <a:avLst>
              <a:gd name="adj1" fmla="val 23177"/>
              <a:gd name="adj2" fmla="val 50000"/>
            </a:avLst>
          </a:prstGeom>
          <a:ln w="25400"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93C157B2-C6E4-AFD0-E602-AF8A48ADC83E}"/>
              </a:ext>
            </a:extLst>
          </p:cNvPr>
          <p:cNvSpPr txBox="1"/>
          <p:nvPr/>
        </p:nvSpPr>
        <p:spPr>
          <a:xfrm>
            <a:off x="1666875" y="3930134"/>
            <a:ext cx="251460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cold_output_switch_1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07242313-06F3-98B5-27DC-67FA64C73EE5}"/>
              </a:ext>
            </a:extLst>
          </p:cNvPr>
          <p:cNvSpPr txBox="1"/>
          <p:nvPr/>
        </p:nvSpPr>
        <p:spPr>
          <a:xfrm>
            <a:off x="8105775" y="3930134"/>
            <a:ext cx="251460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cold_output_switch_2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4B9CDD6B-7866-10E8-4C08-C442D85C0A17}"/>
              </a:ext>
            </a:extLst>
          </p:cNvPr>
          <p:cNvSpPr txBox="1"/>
          <p:nvPr/>
        </p:nvSpPr>
        <p:spPr>
          <a:xfrm>
            <a:off x="4891086" y="2011770"/>
            <a:ext cx="2409825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cold_thru_switch_pair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6ED5EBCA-4F18-914D-5A84-FF5DB491391C}"/>
              </a:ext>
            </a:extLst>
          </p:cNvPr>
          <p:cNvSpPr txBox="1"/>
          <p:nvPr/>
        </p:nvSpPr>
        <p:spPr>
          <a:xfrm>
            <a:off x="2293268" y="3244334"/>
            <a:ext cx="1088107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MM4250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47DFD5B3-2C88-C508-6DD8-D5903DC94D8B}"/>
              </a:ext>
            </a:extLst>
          </p:cNvPr>
          <p:cNvSpPr txBox="1"/>
          <p:nvPr/>
        </p:nvSpPr>
        <p:spPr>
          <a:xfrm>
            <a:off x="4405561" y="3244334"/>
            <a:ext cx="1088107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MM4250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A6C80E8A-3F0C-559A-C365-E8C6DB544DED}"/>
              </a:ext>
            </a:extLst>
          </p:cNvPr>
          <p:cNvSpPr txBox="1"/>
          <p:nvPr/>
        </p:nvSpPr>
        <p:spPr>
          <a:xfrm>
            <a:off x="6517854" y="3220089"/>
            <a:ext cx="1088107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MM4250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7F399D1B-0C22-CEC2-9754-3E9023C589B4}"/>
              </a:ext>
            </a:extLst>
          </p:cNvPr>
          <p:cNvSpPr txBox="1"/>
          <p:nvPr/>
        </p:nvSpPr>
        <p:spPr>
          <a:xfrm>
            <a:off x="8630147" y="3244973"/>
            <a:ext cx="1088107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MM4250</a:t>
            </a:r>
          </a:p>
        </p:txBody>
      </p:sp>
    </p:spTree>
    <p:extLst>
      <p:ext uri="{BB962C8B-B14F-4D97-AF65-F5344CB8AC3E}">
        <p14:creationId xmlns:p14="http://schemas.microsoft.com/office/powerpoint/2010/main" val="1210109855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3</TotalTime>
  <Words>25</Words>
  <Application>Microsoft Office PowerPoint</Application>
  <PresentationFormat>Widescreen</PresentationFormat>
  <Paragraphs>7</Paragraphs>
  <Slides>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5" baseType="lpstr">
      <vt:lpstr>Aptos</vt:lpstr>
      <vt:lpstr>Aptos Display</vt:lpstr>
      <vt:lpstr>Arial</vt:lpstr>
      <vt:lpstr>Office Theme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Spietz, Lafe F. (Fed)</dc:creator>
  <cp:lastModifiedBy>Spietz, Lafe F. (Fed)</cp:lastModifiedBy>
  <cp:revision>1</cp:revision>
  <dcterms:created xsi:type="dcterms:W3CDTF">2026-07-24T20:05:34Z</dcterms:created>
  <dcterms:modified xsi:type="dcterms:W3CDTF">2026-07-24T20:08:59Z</dcterms:modified>
</cp:coreProperties>
</file>